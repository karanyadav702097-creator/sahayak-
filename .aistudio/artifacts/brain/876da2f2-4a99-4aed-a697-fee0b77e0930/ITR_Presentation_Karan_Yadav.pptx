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INTERNSHIP EVALUATION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Daily Diary Review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Development, AI Integration &amp; Python Programming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694944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34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
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 Yadav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No: 25112470230  |  Semester: 5th  |  AY 2026-27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0" y="28346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MENTOR
</a:t>
            </a:r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Hemant Bansal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Director &amp; Senior Engineering Mentor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PROGRAM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Overview &amp; Core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1874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Weeks Duration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Comprehensive Syllabus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874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417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25 May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Start 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Foundations &amp; Web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874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17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15 Aug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End 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Project Finalization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1371600"/>
            <a:ext cx="1874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417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18745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Core Tracks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Web, AI &amp; Python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2606040"/>
            <a:ext cx="768096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7432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Focus Areas &amp; Curriculum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840" y="31546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Web Development: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Modern HTML5 semantic markup, CSS3 styling, JavaScript ES6+, React 19 component hierarchy, Tailwind CSS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" y="3657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1207008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Backend &amp; Database: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Supabase BaaS, PostgreSQL relational modeling, RESTful API design, Row-Level Security, Auth sessions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41605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207008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Integration: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Groq API low-latency inference, Generative AI models, contextual prompt engineering, civic assistant bot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Python Programming: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Core syntax, OOP paradigms, concurrency (threading, asyncio), file handling, Flask/Django basics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Project Portfolio: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2 Minor Projects (Apex Motors &amp; Shield AI) + 1 Full-scale Major Project (SAHAYAK AI Citizen Super App)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16052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Vibe Coding: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AI-accelerated software engineering workflows utilizing Lovable, Replit, Bolt, and rapid prototyping agents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WEEK 1 – WEEK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Progress: Foundations &amp; React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25 – 30 May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Web Development &amp; JavaScript Basics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151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Introduction to web protocols, DOM tree, HTML5 semantic tags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05840" y="301752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Modern CSS styling: Flexbox, Grid layouts, media queries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JavaScript core fundamentals: variables (let/const), primitive data types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05840" y="38221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Essential string methods: slice, replace, indexOf, template formatting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E3A8A"/>
                </a:solidFill>
              </a:rPr>
              <a:t>Built rock-solid foundation for structuring and styling modern web pages.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 – 6 Jun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Advanced JavaScript &amp; React Architecture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151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Advanced ES6+ patterns: arrow functions, destructuring, spread operators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React introduction: JSX syntax, functional components, props passing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937760" y="341985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Client-side SPA navigation utilizing react-router-dom v6/v7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37760" y="382219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Conditionals, arrays, map/filter transformations, immutability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</a:rPr>
              <a:t>Shifted from imperative vanilla DOM code to modular React components.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WEEK 3 – WEEK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Progress: State, Backend &amp;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8 – 13 Jun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React State Management &amp; Supabase BaaS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151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React state management with useState, props drilling &amp; local storage sync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05840" y="301752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Supabase cloud backend setup: PostgreSQL database &amp; table schemas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CRUD database operations: select, insert, update, soft deletion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05840" y="38221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useEffect lifecycle hook for asynchronous data fetching and side-effects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E3A8A"/>
                </a:solidFill>
              </a:rPr>
              <a:t>Successfully linked a responsive React frontend to live cloud database.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15 – 20 Jun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Cloud Backend &amp; Generative AI Integration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151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Architected separated decoupled cloud backend using Supabase services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Integrated Groq AI API for ultra-low latency LLM inference in web apps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937760" y="341985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Transactional notification pipelines using Resend email provider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37760" y="382219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JavaScript objects, deep JSON parsing, optional chaining &amp; error guards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</a:rPr>
              <a:t>Unified cloud persistence with real-time generative AI intelligence.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WEEK 5 – WEEK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Progress: Auth &amp; Major Project Kickoff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22 – 27 Jun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Authentication &amp; Mobile App Paradigms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151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User authentication: sign up, secure login, persistent JWT sessions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05840" y="301752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Protected routing guards restricting administrative &amp; citizen dashboards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Explored cross-platform mobile development fundamentals with React Native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05840" y="38221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Complex data structures: nested objects, arrays of objects, map iterations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E3A8A"/>
                </a:solidFill>
              </a:rPr>
              <a:t>Delivered production-grade secure auth workflow and mobile UI concepts.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29 Jun – 4 Jul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Major Project Build Phase: Architecture &amp; Layout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151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Code quality enforcement: variable scoping, hoisting, modular imports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Initiated major project (Sahayak AI) design system and Tailwind styling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937760" y="341985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Configured environmental variables, secret management &amp; Groq AI keys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37760" y="382219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Connected cloud database schema with user roles (Citizen, Admin)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</a:rPr>
              <a:t>Successfully launched major project with live database and AI endpoints.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WEEK 7 – WEEK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Progress: Integration &amp; AI Foundations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6 – 11 Jul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Major Project Integration &amp; Quality Assurance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151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Polished user interface, integrated core citizen welfare scheme finder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05840" y="301752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Connected civic grievance logging with automated reference ID tracking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Comprehensive error handling, toast notifications &amp; network resilience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05840" y="38221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End-to-end integration: React frontend + Supabase backend + Auth sessions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E3A8A"/>
                </a:solidFill>
              </a:rPr>
              <a:t>Achieved fully cohesive, integrated full-stack project architecture.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13 – 18 Jul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Introduction to Artificial Intelligence &amp; Python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151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Generative AI principles: Transformers, LLM tokens, temperature, context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AI developer tools: prompt crafting, automated debugging &amp; code generation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937760" y="341985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Introduction to Python language: syntax, interpreter, dynamic typing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37760" y="382219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Transitioned from JavaScript frontend stack into core Python engineering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</a:rPr>
              <a:t>Expanded technical horizons from web apps to AI and Python programming.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WEEK 9 – WEEK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Progress: Advanced Python &amp; Concurrency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20 – 25 Jul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Advanced Python &amp; Object-Oriented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151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Control flow mastery: loops, comprehension, decision structures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05840" y="301752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Data structures in depth: Lists, Tuples, Dictionaries, and Sets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OOP principles: Classes, Objects, Inheritance, Encapsulation, Polymorphism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05840" y="38221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Python built-in modules: math, random, string manipulation, formatting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E3A8A"/>
                </a:solidFill>
              </a:rPr>
              <a:t>Built rigorous object-oriented programming competencies in Python.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27 Jul – 1 Aug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Python Concurrency, Exceptions &amp; File I/O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151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Multithreading, multiprocessing, and asynchronous event loops (asyncio)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Custom exceptions, try-except-finally blocks, robust fault handling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937760" y="341985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File I/O operations: structured reading/writing of JSON, CSV, and text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37760" y="382219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Built-in datetime handling, formatting timestamps, and data normalization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</a:rPr>
              <a:t>Acquired ability to handle concurrent workloads and real-world file data.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WEEK 11 – WEEK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Progress: Python Tools &amp; Vibe Coding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3 – 8 Aug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Python Web Frameworks &amp; Data Tools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151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HTTP web requests with Requests library &amp; web scraping using BeautifulSoup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005840" y="301752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Data manipulation with Pandas dataframes and series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005840" y="34198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Embedded databases with SQLite3, Flask microservices, Django fundamentals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05840" y="38221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Cryptographic hashing, password hashing, and Pygame interactive logic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6012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E3A8A"/>
                </a:solidFill>
              </a:rPr>
              <a:t>Applied Python across web scraping, microservices, and security domains.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60020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002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600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10 – 15 Aug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Vibe Coding with Next-Gen AI Developer Tools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151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560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Modern AI-augmented IDEs and platforms: Bolt, Replit, Lovable, Cursor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937760" y="301752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29626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Prompt-driven rapid UI engineering, Tailwind theme generation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937760" y="341985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36499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Iterative testing, edge-case resolution, and production build optimization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37760" y="382219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3767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Mastered how AI accelerates full-stack application time-to-deployment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Key Outcome: </a:t>
            </a:r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</a:rPr>
              <a:t>Elevated developer productivity by 5x through modern AI vibe coding.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SKILLS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Technical Competencies Acquired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1874520" cy="33832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481328"/>
            <a:ext cx="1655064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481328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Frontend Development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11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HTML5 &amp; Semantic Elements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245059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505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CSS3, Flexbox, Tailwind CSS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88950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8950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JavaScript (ES6+, Async/Await)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332841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284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React 19 &amp; Component Trees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" y="37673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67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React Router DOM Navigation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42062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062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React Native Mobile Basics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97480" y="1371600"/>
            <a:ext cx="1874520" cy="33832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07208" y="1481328"/>
            <a:ext cx="1655064" cy="411480"/>
          </a:xfrm>
          <a:prstGeom prst="roundRect">
            <a:avLst>
              <a:gd name="adj" fmla="val 17778"/>
            </a:avLst>
          </a:prstGeom>
          <a:solidFill>
            <a:srgbClr val="F0FDFA"/>
          </a:solidFill>
          <a:ln/>
        </p:spPr>
      </p:sp>
      <p:sp>
        <p:nvSpPr>
          <p:cNvPr id="23" name="Text 21"/>
          <p:cNvSpPr/>
          <p:nvPr/>
        </p:nvSpPr>
        <p:spPr>
          <a:xfrm>
            <a:off x="2807208" y="1481328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Backend &amp; Cloud Database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34640" y="201168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011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Supabase BaaS Architecture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34640" y="245059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4505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PostgreSQL Relational Tables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34640" y="288950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288950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CRUD &amp; Query Optimization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34640" y="332841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33284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Row-Level Security (RLS)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0" y="37673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767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RESTful API Integration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34640" y="42062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0360" y="42062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SQLite3 &amp; Flask Microservices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1371600"/>
            <a:ext cx="1874520" cy="33832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1481328"/>
            <a:ext cx="1655064" cy="411480"/>
          </a:xfrm>
          <a:prstGeom prst="roundRect">
            <a:avLst>
              <a:gd name="adj" fmla="val 17778"/>
            </a:avLst>
          </a:prstGeom>
          <a:solidFill>
            <a:srgbClr val="F5F3FF"/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1481328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AI, LLMs &amp; Modern Tools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01168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011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Groq AI API Integration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0600" y="245059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4505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Generative AI &amp; LLM Prompting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288950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88950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Vibe Coding with AI Platforms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00600" y="332841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3284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Lovable, Replit, Bolt, Git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0600" y="37673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767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GitHub Version Control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00600" y="42062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2062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Vercel Continuous Deployment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29400" y="1371600"/>
            <a:ext cx="1874520" cy="33832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39128" y="1481328"/>
            <a:ext cx="1655064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/>
        </p:spPr>
      </p:sp>
      <p:sp>
        <p:nvSpPr>
          <p:cNvPr id="53" name="Text 51"/>
          <p:cNvSpPr/>
          <p:nvPr/>
        </p:nvSpPr>
        <p:spPr>
          <a:xfrm>
            <a:off x="6739128" y="1481328"/>
            <a:ext cx="1655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Python Engineering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766560" y="201168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20116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Core to Advanced Python Syntax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66560" y="245059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24505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Object-Oriented Design (OOP)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766560" y="288950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288950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Concurrency (Threading &amp; Async)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766560" y="332841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12280" y="33284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File I/O (JSON, CSV, Raw)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66560" y="3767328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12280" y="3767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Pandas Data Analysis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766560" y="420624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12280" y="42062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Web Scraping &amp; Cryptography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PROJECT HIGHLIGHTS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Projects Portfolio &amp; Live Deployments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55448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54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MINOR PROJECT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Apex Motors — Automotive Showcase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2423160"/>
            <a:ext cx="329184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231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Live Link: https://apex-motors-zeta.vercel.app/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2788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Modern, high-performance automotive dealership platform designed to showcase premium vehicle catalogs with detailed technical specifications, interactive filtering, and dynamic lead inquiries.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Key Features Implemented: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61188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5661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Interactive vehicle catalog with category &amp; brand filtering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005840" y="383133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78561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Dynamic vehicle specifications, transmission, and pricing cards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005840" y="405079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00507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Responsive mobile-first user experience with dark automotive aesthetic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005840" y="427024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22452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Lead capture &amp; test-drive booking inquiry forms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1005840" y="4489704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4439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Production CI/CD deployment on Vercel with zero latency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155448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554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MINOR PROJECT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Shield AI — Intelligent Cybersecurity Assistant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423160"/>
            <a:ext cx="329184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4231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Live Link: https://shield-ai-orpin.vercel.app/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2788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AI-assisted threat detection and security posture evaluator enabling web users and administrators to perform real-time vulnerability checks, phishing analysis, and cyber safety audits.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337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Key Features Implemented: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361188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35661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AI-guided automated security posture evaluation engine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937760" y="383133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78561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Real-time phishing &amp; malicious URL identification interface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937760" y="40507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400507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Security checklist generator for organizational compliance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937760" y="4270248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422452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Intuitive dashboards with risk grading and actionable fixes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937760" y="4489704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44439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Live production deployment on Vercel platform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CAPSTONE FLAGSHIP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Project: SAHAYAK AI — National Citizen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7680960" cy="82296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SAHAYAK AI — Empowering 1.4B Indian Citizens through Digital Public Goods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 unified, production-grade civic super app bridging digital literacy barriers through multilingual AI, transparent welfare scheme eligibility checks, civic grievance tracking (SHK-2025-XXXXX), and 1-tap SOS emergency services.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359152"/>
            <a:ext cx="1655064" cy="320040"/>
          </a:xfrm>
          <a:prstGeom prst="roundRect">
            <a:avLst>
              <a:gd name="adj" fmla="val 17143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35915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DISCOVERY &amp; ELIGIBILITY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Welfare Schemes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Database of central and state government schemes with an interactive eligibility checker evaluating age, income, category, and state criteria.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97480" y="22402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2359152"/>
            <a:ext cx="1655064" cy="320040"/>
          </a:xfrm>
          <a:prstGeom prst="roundRect">
            <a:avLst>
              <a:gd name="adj" fmla="val 17143"/>
            </a:avLst>
          </a:prstGeom>
          <a:solidFill>
            <a:srgbClr val="F0FDFA"/>
          </a:solidFill>
          <a:ln/>
        </p:spPr>
      </p:sp>
      <p:sp>
        <p:nvSpPr>
          <p:cNvPr id="16" name="Text 14"/>
          <p:cNvSpPr/>
          <p:nvPr/>
        </p:nvSpPr>
        <p:spPr>
          <a:xfrm>
            <a:off x="2807208" y="235915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CPGRAMS COMPANION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34640" y="27432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Civic Grievances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10896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Structured formal grievance petition generator with auto-assigned Tracking ID (SHK-2025-XXXXX), category routing, and timeline updates.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359152"/>
            <a:ext cx="1655064" cy="320040"/>
          </a:xfrm>
          <a:prstGeom prst="roundRect">
            <a:avLst>
              <a:gd name="adj" fmla="val 17143"/>
            </a:avLst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235915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GROQ &amp; GEMINI LLM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27432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Multilingual AI Bot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10896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civic counselor conversant in 8 Indian languages (Hindi, Marathi, Bengali, Tamil, Telugu, Gujarati, Punjabi, English) for plain-language assistance.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29400" y="22402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9128" y="2359152"/>
            <a:ext cx="1655064" cy="320040"/>
          </a:xfrm>
          <a:prstGeom prst="roundRect">
            <a:avLst>
              <a:gd name="adj" fmla="val 17143"/>
            </a:avLst>
          </a:prstGeom>
          <a:solidFill>
            <a:srgbClr val="FE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739128" y="235915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1-TAP UNIFIED LIFELINES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0" y="27432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Emergency SOS Hub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10896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Immediate one-tap dialers for national emergency helplines: 112 (Unified), 108 (Ambulance), 100 (Police), 1091 (Women Helpline), 1930 (Cyber Crime).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DEVELOPMENT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 Implementation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468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544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1554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UI &amp; Styling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Started with frontend design system, responsive navigation, dark slate theme &amp; accessibility standards.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468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544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95928" y="1554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Configured API keys, streaming endpoints, and prompt templates for multilingual civic query resolution.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468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5544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01968" y="15544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Database Setup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011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Connected Supabase PostgreSQL tables, schema migrations, and Row-Level Security (RLS) data policies.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2468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2461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89888" y="3246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API &amp; Backend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Integrated backend components, grievance state transitions, user notifications, and eligibility algorithms.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3063240"/>
            <a:ext cx="2468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32461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95928" y="3246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Auth &amp; Testing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Implemented citizen auth sessions, protected route guards, role authorization, and comprehensive bug fixing.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3063240"/>
            <a:ext cx="2468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2461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01968" y="3246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Executed automated production builds with Vite and deployed live with continuous integration on Vercel.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SUMMARY &amp; 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 Outcomes &amp; Professional Growth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36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Full-Stack Web 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92024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Mastered component decomposition and reusable modular hierarchy in React 19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60120" y="223113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2185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Implemented client-side caching, optimistic UI updates, and responsive layouts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960120" y="254203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2496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Configured state-driven navigation flows with react-router-dom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361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Cloud BaaS &amp; Database Security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92024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Designed relational schemas in PostgreSQL via Supabase BaaS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892040" y="223113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2185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Enforced strict Row-Level Security (RLS) policies protecting citizen records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892040" y="254203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2496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Managed cloud environment secrets and secure database connection strings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31520" y="306324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227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AI Engineering &amp; Prompt 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361188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1078992" y="35661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Integrated low-latency LLM inference pipelines with Groq and Gemini APIs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60120" y="392277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38770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Implemented multilingual translation pipelines supporting 8 Indian languages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60120" y="423367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1078992" y="4187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Designed guarded prompt strategies preventing hallucinated government rules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663440" y="306324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227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Agile &amp; Vibe Coding Productivity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61188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35661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Adopted modern AI-assisted engineering tools (Bolt, Replit, Lovable) for 5x delivery speed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892040" y="392277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38770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Demonstrated disciplined Git version control, branching, and commit hygiene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892040" y="423367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4187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</a:rPr>
              <a:t>Successfully completed end-to-end continuous deployment workflows on Vercel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058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Gained comprehensive hands-on exposure across full-stack development, AI integration, and Python programming — culminating in 2 deployed minor projects and 1 production-grade major AI civic platform.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2377440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4231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PROJECTS DELIVERED: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Major Project: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 AI — National Citizen Super App (Multilingual AI Civic Platform)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Minor Project 1: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Motors — https://apex-motors-zeta.vercel.app/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Minor Project 2: </a:t>
            </a:r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AI — https://shield-ai-orpin.vercel.app/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 Yadav  |  Enrollment: 25112470230  |  Semester: 5th
</a:t>
            </a:r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Mentorship: </a:t>
            </a:r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 Industry Mentor Hemant Bansal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Elite Forums / Academic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Daily Diary Review - Karan Yadav</dc:title>
  <dc:subject>Full-Stack Web Development, AI Integration &amp; Python Programming</dc:subject>
  <dc:creator>Karan Yadav</dc:creator>
  <cp:lastModifiedBy>Karan Yadav</cp:lastModifiedBy>
  <cp:revision>1</cp:revision>
  <dcterms:created xsi:type="dcterms:W3CDTF">2026-10-18T11:53:17Z</dcterms:created>
  <dcterms:modified xsi:type="dcterms:W3CDTF">2026-10-18T11:53:17Z</dcterms:modified>
</cp:coreProperties>
</file>